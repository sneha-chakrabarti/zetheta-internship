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REGIME LAB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EF5"/>
                </a:solidFill>
              </a:rPr>
              <a:t>A Bayesian Regime Detection Engine for Indian Equity Markets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017"/>
                </a:solidFill>
              </a:rPr>
              <a:t>Zetheta Algorithms  |  Task 1A  |  Days 1-14 of 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20116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156 tests passing  |  11 executed notebooks  |  18 commits  |  every claim checked against output before being written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Question This Engine Answers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6583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</a:rPr>
              <a:t>What regime is the Indian equity market in right now, with calibrated uncertainty, not a point guess?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</a:rPr>
              <a:t>What should a fund do about it: tilt rules conditioned on regime AND conviction, not just regime alone.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</a:rPr>
              <a:t>Can every number be traced back to the model, the data window, and the seed that produced it?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280160"/>
            <a:ext cx="4297680" cy="27432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46304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Core design constraint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92024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Point forecasts cannot be defended to an Investment Committee or SEBI. Every output in this engine is a probability distribution with a traceable lineage, not a single number asserted with confidence it has not earned.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264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Synthetic data with known ground truth drives Days 1-13; two small real datasets (Nifty 2015-2019, VIX 2020-2026) ground Day 12's case studies and Day 14's cross-checks.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Pipeline Architecture: Raw Data to IC Artefact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1.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Synthetic generator + 2 real partial datasets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2. Features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31 tabular + TDA + GCN (GCN blocked: torch broken)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3. Regime models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HMM, Bayesian HMM, RS-VAR, BDL x3, foundation head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1371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5256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4. Ensemble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1965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BMA + stacking, PSIS-LOO selection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329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5. Online layer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251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Particle filter, BOCPD, streaming updates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657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329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472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6. Calibration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4251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Split-conformal, APS, Mondrian, ACI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3294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364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7. Decision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251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Tilt overlay, Monte Carlo VaR/CVaR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15400" y="36576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3294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05256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8. Output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2519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IC artefact, full lineage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Methodology: Frequentist and Bayesian HMM (Days 4-5)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5-state Gaussian HMM, hmmlearn, 20-restart robustness fitting.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BIC prefers 3 states over the briefed 5; ground-truth match ~40% vs ~20% random baseline.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Bayesian HMM (PyMC, 4 chains x 500 draws): found the spec's own A3.4 code is not a working HMM (posterior mean equals prior mean), fixed via explicit forward-algorithm marginalisation.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Cleaner MCMC did not mean better recovery: Bayesian match rate 21% (chance-level) vs frequentist 29%.</a:t>
            </a:r>
            <a:endParaRPr lang="en-US" sz="1350" dirty="0"/>
          </a:p>
        </p:txBody>
      </p:sp>
      <p:pic>
        <p:nvPicPr>
          <p:cNvPr id="6" name="Image 0" descr="../docs/artifacts/day5_bayesian_vs_frequent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80160"/>
            <a:ext cx="5303520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09360" y="4343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Fig: Bayesian HMM regime overlay vs. frequentist, same window.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Methodology: Multivariate Regime-Switching VAR (Day 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6400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6-D: returns, vol, breadth proxy, INR return, gilt yield change, FII flow proxy.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Found two real spec bugs: a nonexistent PyMC API call, and LKJCholeskyCov not batching correctly across K regimes.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Compute-limited to K=3 and 320 posterior draws (4 chains x 80).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R-hat 1.44-2.43 despite zero divergences: diagnosed as label-switching, fixed by post-hoc relabelling (R-hat drops to 1.00-1.18).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PSIS-LOO (Day 9): p_loo ~205, close to the ~197 raw parameter count - the posterior is genuinely under-sampled, not just noisy.</a:t>
            </a:r>
            <a:endParaRPr lang="en-US" sz="1300" dirty="0"/>
          </a:p>
        </p:txBody>
      </p:sp>
      <p:pic>
        <p:nvPicPr>
          <p:cNvPr id="6" name="Image 0" descr="../docs/artifacts/day6_rsvar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28016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Methodology: Bayesian Deep Learning (Day 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5760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Three architectures: MC Dropout, variational BNN, deep ensemble (M=10).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Labels are 88.6% one class (Risk-On): accuracy is uninformative by itself.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None beats 'always predict Risk-On' on raw accuracy.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Variational BNN beats the class-prior baseline on NLL in 5 of 5 folds - the most consistent, not the most accurate.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Uncertainty AUROC 0.84-0.86 for flagging wrong calls; roughly 1 in 5 missed stress days is missed with high confidence.</a:t>
            </a:r>
            <a:endParaRPr lang="en-US" sz="1300" dirty="0"/>
          </a:p>
        </p:txBody>
      </p:sp>
      <p:pic>
        <p:nvPicPr>
          <p:cNvPr id="6" name="Image 0" descr="../docs/artifacts/day7_epistemic_vs_aleato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50292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Methodology: Foundation Models (Day 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2618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1F3A"/>
                </a:solidFill>
              </a:rPr>
              <a:t>HuggingFace unreachable from this environment: these are synthetic-pretrained re-implementations of Chronos/TimesFM architectures, not real checkpoints. Stated once, applied everywhere this result is cited.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59436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Chronos-style (causal transformer) and TimesFM-style (patch decoder) architectures, pretrained on a synthetic corpus.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Pretraining helps on trend/seasonal structure; near zero gain on return-like series.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</a:rPr>
              <a:t>Sample efficiency: pretrained embeddings beat untrained (AUROC 0.875 vs 0.5), but a trivial scale-free vol-ratio baseline beats the embeddings (0.93-0.96 vs 0.875).</a:t>
            </a:r>
            <a:endParaRPr lang="en-US" sz="1350" dirty="0"/>
          </a:p>
        </p:txBody>
      </p:sp>
      <p:pic>
        <p:nvPicPr>
          <p:cNvPr id="8" name="Image 0" descr="../docs/artifacts/day8_sample_efficiency_true_st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2024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Ensembling Design: BMA, Stacking, PSIS-LOO (Day 9)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5760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7 members combined via Bayesian Model Averaging and constrained stacking, 4-fold TimeSeriesSplit.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Central honest finding: the ensemble beats every individual member in only 1 of 4 tested cases.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Against the true regime, naive equal-weighting beats BOTH BMA and stacking.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Mechanism, not mystery: too little data for the number of combination weights being fit.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3 of 7 members are not genuinely out-of-fold on the evaluation window - flagged prominently, not buried.</a:t>
            </a:r>
            <a:endParaRPr lang="en-US" sz="1300" dirty="0"/>
          </a:p>
        </p:txBody>
      </p:sp>
      <p:pic>
        <p:nvPicPr>
          <p:cNvPr id="6" name="Image 0" descr="../docs/artifacts/day9_oof_logl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80160"/>
            <a:ext cx="5029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Sequential Inference: Particle Filter and BOCPD (Day 10)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60350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Bootstrap particle filter (5,000 particles, vectorised): mean TV distance 0.0095 vs. exact forward filtering, 99.2% hard-label agreement.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BOCPD: found two real bugs in the spec's own example. Default priors mismatched to real data by ~4 orders of magnitude.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R[0,t], the obvious 'changepoint probability' reading, is PROVEN (algebra + numerics) to equal the hazard rate always, regardless of data.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Fixed: calibrated priors + corrected signal extraction detect real breaks cleanly.</a:t>
            </a:r>
            <a:endParaRPr lang="en-US" sz="1300" dirty="0"/>
          </a:p>
        </p:txBody>
      </p:sp>
      <p:pic>
        <p:nvPicPr>
          <p:cNvPr id="6" name="Image 0" descr="../docs/artifacts/day10_pf_vs_ex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280160"/>
            <a:ext cx="47548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Conformal Prediction and Calibration (Day 11)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58521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Split-conformal + APS verified over 50 trials (coverage holds on average, not just once).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Split-conformal produces genuinely EMPTY prediction sets ~10% of the time - confirmed, matching the method's own documented weakness.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Mondrian conformal: coverage ranged 0.53-1.00, traced to a real, MEASURED temporal shift in one model's own calibration quality, not just small-sample noise.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ACI: proved a real limit - alpha_t cannot push q_hat past max(calibration scores), so severe shift can defeat online adaptation entirely.</a:t>
            </a:r>
            <a:endParaRPr lang="en-US" sz="1250" dirty="0"/>
          </a:p>
        </p:txBody>
      </p:sp>
      <p:pic>
        <p:nvPicPr>
          <p:cNvPr id="6" name="Image 0" descr="../docs/artifacts/day11_rolling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280160"/>
            <a:ext cx="4937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Calibration Evidence: Reliability and ECE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../docs/artifacts/day11_reliability_diagr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1088136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029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Every model's ECE against the TRUE regime (0.30-0.39) is 6-10x its ECE against the HMM training labels (0.03-0.07): a calibration number is only meaningful relative to the label set it was computed against.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Case Study: The 2018 IL&amp;FS Credit Shock (Day 12)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../docs/artifacts/day12_ilfs_nif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57784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09360" y="1234440"/>
            <a:ext cx="53035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Real Nifty 50 large-cap data: -14.55% drawdown, closely matching the briefed figure.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Daily returns around the actual default date: -1.33% to +1.27%, within ~1.5 std of normal volatility.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Day 10's BOCPD, re-checked here, fires nowhere near September 2018 on large-cap returns alone.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The strongest evidence IN THIS PROJECT'S OWN RESULTS for why the RS-VAR's cross-asset features matter.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Case Study: BOCPD Tested Fresh on Real VIX (Day 12)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../docs/artifacts/day12_bocpd_vix_sig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0881360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2062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COVID: calibration window ran directly through the crisis onset (VIX 11.5 to 71.9 within the 60-day window) - the detector's 'normal' baseline was contaminated by the crisis itself.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B1F3A"/>
                </a:solidFill>
              </a:rPr>
              <a:t>Election: fires correctly at a lower threshold; 3 of 5 detected real-data event clusters independently confirmed via web search (Aug 2015, Nov 2016, Sep 2019).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Allocation Overlay Backtest and Monte Carlo (Day 13)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../docs/artifacts/day13_backtest_cumul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760720" cy="2468880"/>
          </a:xfrm>
          <a:prstGeom prst="rect">
            <a:avLst/>
          </a:prstGeom>
        </p:spPr>
      </p:pic>
      <p:pic>
        <p:nvPicPr>
          <p:cNvPr id="6" name="Image 1" descr="../docs/artifacts/day13_mc_fa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34440"/>
            <a:ext cx="5486400" cy="2468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Point-in-time-valid: refit on pre-2019 data only, not the full series, to avoid look-ahead bias Day 9 flagged elsewhere.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K=5 and K=3 both fail on 8 years of data; K=2 is what this window actually, robustly supports.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Post-Shock has the SECOND-HIGHEST drift of any regime (0.25): a naming-based tilt rule gets this exactly backwards.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B1F3A"/>
                </a:solidFill>
              </a:rPr>
              <a:t>Synthetic price path explicitly flagged throughout - the real market did very differently over the real 2019-2024 period.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Cross-Language Validation: Python vs. R (Day 14)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743200"/>
                <a:gridCol w="32004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Python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HMM log-lik (K=2)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12073.49 (30 restarts)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12077.19 (10 restarts)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Different local optima - independent confirmation of weak identifiability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Conformal q_hat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0.9934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0.9934 (after fix)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Exact match after fixing a quantile-interpolation bug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VaR(5%)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-0.4900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-0.4942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</a:rPr>
                        <a:t>Agree within expected MC sampling noise</a:t>
                      </a:r>
                      <a:endParaRPr lang="en-US" sz="12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233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CRAN is unreachable from this sandbox (checked directly): the briefed R packages (depmixS4, MSwM, bcp, conformal, mlr3) are uninstallable. Implemented the underlying algorithms in base R instead - a stronger cross-check than a packaged alternative, since it tests whether two independent implementations of the same mathematics agree.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Regime Lab: The Project IS the Gamification Concept (Part B)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4864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This repository's name is not a coincidence: Part B of the brief describes a gamified training platform called Regime Lab with a 9-level campaign. The technical work built in Days 4-11 maps onto it almost exactly.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41148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937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Brief's requirement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this project actually did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3: HMM Engineer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Identify 2008/13/18/20 breaks within 5 days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Day 4: 5-state HMM, ground-truth match ~40% (not evaluated against the literal historical dates)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4: Bayesian Sceptic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Conformal coverage &gt;= 88%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Day 5 + 11: Bayesian HMM built; split-conformal coverage ~0.90-1.00 on real model data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5: Multivariate Modeller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Regime-conditional covariance w/ credible intervals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Day 6: built, but credible intervals too wide to claim this with confidence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8: Ensembler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Beat every member on OOS log-likelihood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Day 9: did NOT, in 3 of 4 tested cases - reported honestly, not hidden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9: Regulator's Choice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Full lineage, calibration, reconciliation, audit trail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Day 13-14: IC artefact lineage, Day 10 reconciliation, Day 14 peer review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the Evidence Actually Supports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3152" cy="8686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Regime ID from returns alone is weak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7160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Confirmed 3 independent ways: Day 4's BIC, Day 13's K=2-not-K=5 finding, Day 14's Python/R local-optima divergence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73152" cy="8686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5915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The ensemble does not reliably win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359152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1 of 4 tested cases (Day 9); equal-weighting beats BMA and stacking against the true regime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46704"/>
            <a:ext cx="73152" cy="8686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46704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BOCPD needs per-series calibration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46704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Found 3 real events (Day 10); missed 2 of 3 real crises tested in Day 12, each for a specific, traced reason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73152" cy="8686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34256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Calibration drifts over time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334256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Day 11 found a MEASURED, not theoretical, exchangeability violation in this project's own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321808"/>
            <a:ext cx="73152" cy="8686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3218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Naming traps are real and costly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5321808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Post-Shock (Day 13) looks risky by name; it has the 2nd-highest drift of any regime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Where This Leaves the Project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14 of 15 days complete: every component built, tested, and documented with its own honest limitations.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Next priorities, in evidence-based order: more RS-VAR posterior samples, the event-calendar conviction dampener, per-series BOCPD threshold calibration, real continuous data acquisition.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Deliverable 1 (40-page report): content exists across 14 day-notes files, exceeding 40 pages by volume; a single consolidated PDF remains a mechanical, not a content, gap.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This deck, the repository, and docs/EXIT_DOCUMENTATION.md are the handover.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5120640"/>
            <a:ext cx="201168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</a:rPr>
              <a:t>Regime Lab  |  Zetheta Algorithms Task 1A  |  Days 1-14 of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2026-10-03T05:47:17Z</dcterms:created>
  <dcterms:modified xsi:type="dcterms:W3CDTF">2026-10-03T05:47:17Z</dcterms:modified>
</cp:coreProperties>
</file>